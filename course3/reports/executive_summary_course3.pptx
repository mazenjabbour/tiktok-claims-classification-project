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Executive Summary — Course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Significant difference found (p &lt; 0.05)</a:t>
            </a:r>
          </a:p>
          <a:p>
            <a:r>
              <a:t>Verification impacts engagement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